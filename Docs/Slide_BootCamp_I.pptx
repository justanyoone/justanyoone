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1b178a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71b178a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4a5d9e9a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4a5d9e9a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a5d9e9a5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4a5d9e9a5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4a5d9e9a5_1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4a5d9e9a5_1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4a5d9e9a5_1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4a5d9e9a5_1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71b178a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71b178a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Rhyan.portilho@gmail.com" TargetMode="External"/><Relationship Id="rId4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gif"/><Relationship Id="rId4" Type="http://schemas.openxmlformats.org/officeDocument/2006/relationships/image" Target="../media/image3.gif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gif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15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Rhyan Portilho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"Desenvolvedor Full Stack em Formação"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Formas de contato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Rhyan.portilho@gmail.com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(61)99405-5311</a:t>
            </a:r>
            <a:endParaRPr/>
          </a:p>
        </p:txBody>
      </p:sp>
      <p:pic>
        <p:nvPicPr>
          <p:cNvPr descr="a dog is talking on a cell phone with a stick in its mouth . (Fornecido por Tenor)" id="142" name="Google Shape;14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8250" y="2534425"/>
            <a:ext cx="1782075" cy="178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089250" y="550425"/>
            <a:ext cx="837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Habilidades Técnicas </a:t>
            </a:r>
            <a:endParaRPr i="1" sz="3700">
              <a:solidFill>
                <a:schemeClr val="lt2"/>
              </a:solidFill>
            </a:endParaRPr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221025" y="1387500"/>
            <a:ext cx="854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b="1" lang="pt-BR" sz="2500">
                <a:solidFill>
                  <a:schemeClr val="lt1"/>
                </a:solidFill>
              </a:rPr>
              <a:t>Python Intermediário</a:t>
            </a:r>
            <a:endParaRPr b="1"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b="1" lang="pt-BR" sz="2500">
                <a:solidFill>
                  <a:schemeClr val="lt1"/>
                </a:solidFill>
              </a:rPr>
              <a:t>MySQL Intermediário</a:t>
            </a:r>
            <a:endParaRPr b="1"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b="1" lang="pt-BR" sz="2500">
                <a:solidFill>
                  <a:schemeClr val="lt1"/>
                </a:solidFill>
              </a:rPr>
              <a:t>HTML e CSS Intermediário</a:t>
            </a:r>
            <a:endParaRPr b="1"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b="1" lang="pt-BR" sz="2500">
                <a:solidFill>
                  <a:schemeClr val="lt1"/>
                </a:solidFill>
              </a:rPr>
              <a:t>C# Intermediário</a:t>
            </a:r>
            <a:endParaRPr b="1"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b="1" lang="pt-BR" sz="2500">
                <a:solidFill>
                  <a:schemeClr val="lt1"/>
                </a:solidFill>
              </a:rPr>
              <a:t>Javascript Intermediário</a:t>
            </a:r>
            <a:endParaRPr b="1"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b="1" lang="pt-BR" sz="2500">
                <a:solidFill>
                  <a:schemeClr val="lt1"/>
                </a:solidFill>
              </a:rPr>
              <a:t>C Básico</a:t>
            </a:r>
            <a:endParaRPr b="1"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b="1" lang="pt-BR" sz="2500">
                <a:solidFill>
                  <a:schemeClr val="lt1"/>
                </a:solidFill>
              </a:rPr>
              <a:t>Pacote Office</a:t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a blue and yellow python logo with a white circle in the middle on a white background . (Fornecido por Tenor)"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-7701"/>
          <a:stretch/>
        </p:blipFill>
        <p:spPr>
          <a:xfrm>
            <a:off x="7296175" y="257150"/>
            <a:ext cx="1362497" cy="146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orange mysql logo with a dolphin on it (Fornecido por Tenor)"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3125" y="1495844"/>
            <a:ext cx="2550925" cy="152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cheiro:HTML5 logo and wordmark.svg – Wikipédia, a enciclopédia livre" id="151" name="Google Shape;15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2900" y="796351"/>
            <a:ext cx="1200226" cy="1200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SS.3.svg - Wikimedia Commons" id="152" name="Google Shape;15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1876" y="796350"/>
            <a:ext cx="961875" cy="12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person 's hand on a yellow sign with the word js . (Fornecido por Tenor)" id="153" name="Google Shape;15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28325" y="3185475"/>
            <a:ext cx="1270225" cy="127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Typescript.svg - Wikimedia Commons" id="154" name="Google Shape;15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9000" y="3466850"/>
            <a:ext cx="1042624" cy="104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tick figure is standing in front of a whiteboard with a checklist . (Fornecido por Tenor)"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9988" y="2798975"/>
            <a:ext cx="1779625" cy="1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694625" y="45852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Soft Skills</a:t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1502300" y="1232350"/>
            <a:ext cx="2327700" cy="7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Facilidade de Aprendizado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502300" y="2440000"/>
            <a:ext cx="2327700" cy="7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Proativo e dedicado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502300" y="3734450"/>
            <a:ext cx="2327700" cy="7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Empatia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632250" y="1232350"/>
            <a:ext cx="2327700" cy="7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Capacidade de seguir instruções e responsabilidade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632250" y="2440000"/>
            <a:ext cx="2327700" cy="90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Capacidade de trabalhar em equipe e de forma independente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632250" y="3734450"/>
            <a:ext cx="2327700" cy="77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Organizado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idx="4294967295" type="title"/>
          </p:nvPr>
        </p:nvSpPr>
        <p:spPr>
          <a:xfrm>
            <a:off x="729275" y="3642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Um pequeno projeto</a:t>
            </a:r>
            <a:endParaRPr b="1" i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075" y="1165975"/>
            <a:ext cx="5246826" cy="340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174450" y="40275"/>
            <a:ext cx="4397700" cy="177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Certificações e Idiomas</a:t>
            </a:r>
            <a:endParaRPr i="1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201900" y="1409125"/>
            <a:ext cx="4342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pt-BR">
                <a:solidFill>
                  <a:schemeClr val="lt1"/>
                </a:solidFill>
              </a:rPr>
              <a:t>Linguagem de Programação C Básico - CEUB</a:t>
            </a:r>
            <a:br>
              <a:rPr lang="pt-BR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pt-BR">
                <a:solidFill>
                  <a:schemeClr val="lt1"/>
                </a:solidFill>
              </a:rPr>
              <a:t>Front-End JavaScript, CSS, HTML - CEUB</a:t>
            </a:r>
            <a:br>
              <a:rPr lang="pt-BR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pt-BR">
                <a:solidFill>
                  <a:schemeClr val="lt1"/>
                </a:solidFill>
              </a:rPr>
              <a:t>Python - Udemy - 100 days of Python</a:t>
            </a:r>
            <a:br>
              <a:rPr lang="pt-BR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pt-BR">
                <a:solidFill>
                  <a:schemeClr val="lt1"/>
                </a:solidFill>
              </a:rPr>
              <a:t>Programação Orientada a Objetos C# - CEUB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23950" y="3453600"/>
            <a:ext cx="31068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Português: Nativo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Inglês: Avançado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flipH="1" rot="10800000">
            <a:off x="346825" y="3328200"/>
            <a:ext cx="45090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/>
        </p:nvSpPr>
        <p:spPr>
          <a:xfrm>
            <a:off x="752700" y="1689850"/>
            <a:ext cx="59994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MUITO OBRIGADO!</a:t>
            </a:r>
            <a:endParaRPr b="1"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752700" y="377217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-Portilho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